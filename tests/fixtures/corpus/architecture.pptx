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search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SQLite metadata with hybrid semantic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